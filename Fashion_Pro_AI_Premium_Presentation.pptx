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FFD700"/>
                </a:solidFill>
              </a:defRPr>
            </a:pPr>
            <a:r>
              <a:t>FASHION PRO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C8C8C8"/>
                </a:solidFill>
              </a:defRPr>
            </a:pPr>
            <a:r>
              <a:t>The Future of AI-Driven Hyper-Personalized Styling</a:t>
            </a:r>
          </a:p>
          <a:p>
            <a:r>
              <a:t>Advanced Technical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D700"/>
                </a:solidFill>
              </a:defRPr>
            </a:pPr>
            <a:r>
              <a:t>Project Vision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F0F0F0"/>
                </a:solidFill>
              </a:defRPr>
            </a:pPr>
            <a:r>
              <a:t>• Revolutionizing fashion retail through Generative AI.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r>
              <a:t>• Eliminating style-mismatch using Body Shape Intelligence.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r>
              <a:t>• Bridging the gap between Weather, Occasion, and Personal Style.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r>
              <a:t>• Providing expert-level styling advice 24/7 without human intervention.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D700"/>
                </a:solidFill>
              </a:defRPr>
            </a:pPr>
            <a:r>
              <a:t>The Intelligence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F0F0F0"/>
                </a:solidFill>
              </a:defRPr>
            </a:pPr>
            <a:r>
              <a:t>• Frontend: React 18 with Tailwind CSS &amp; Framer Motion for premium UX.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r>
              <a:t>• Backend: Robust Python Flask API with Blueprint-based modularity.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r>
              <a:t>• AI Core: Groq Llama 3.3 (70B) for ultra-low latency inference.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r>
              <a:t>• Fallback: Google Gemini 1.5 Flash &amp; OpenAI GPT-4o integration.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r>
              <a:t>• Environment: Real-time Weather API &amp; Geolocation services.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D700"/>
                </a:solidFill>
              </a:defRPr>
            </a:pPr>
            <a:r>
              <a:t>AI Personalization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F0F0F0"/>
                </a:solidFill>
              </a:defRPr>
            </a:pPr>
            <a:r>
              <a:t>• Body Type Logic: Custom fit advice for Rectangle, Pear, Apple, Hourglass, Trapezoid.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r>
              <a:t>• Contextual Awareness: Dynamic detection of 8+ occasions (Wedding, Office, Club, etc.).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r>
              <a:t>• Color Theory: Comprehensive skin-tone palettes based on professional color wheels.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r>
              <a:t>• Visual CV: Computer Vision for accessory matching via image uploads.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D700"/>
                </a:solidFill>
              </a:defRPr>
            </a:pPr>
            <a:r>
              <a:t>System Reliability &amp;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F0F0F0"/>
                </a:solidFill>
              </a:defRPr>
            </a:pPr>
            <a:r>
              <a:t>• Schema: Relational mapping between Users, Outfits, and Liked Preferences.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r>
              <a:t>• Authentication: Secure JWT-based session management.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r>
              <a:t>• Performance: API response optimization and Lazy-loading for high-res assets.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r>
              <a:t>• Scalability: Modular backend ready for E-commerce API integration.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D700"/>
                </a:solidFill>
              </a:defRPr>
            </a:pPr>
            <a:r>
              <a:t>Competitive Edge &amp;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F0F0F0"/>
                </a:solidFill>
              </a:defRPr>
            </a:pPr>
            <a:r>
              <a:t>• Structured Responses: Mandatory 6-section styling output for better clarity.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r>
              <a:t>• Roadmap: AR Try-on, Virtual Wardrobe Management, &amp; Social Fashion Sharing.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r>
              <a:t>• Integration: Ready for direct API links to global fashion retailers.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