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 Pro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Deep-Dive into AI-Personalized Fashion Styling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Interface: Responsive React.js frontend with Framer Motion.</a:t>
            </a:r>
          </a:p>
          <a:p>
            <a:pPr/>
            <a:r>
              <a:t>API Layer: Flask RESTful API handling requests.</a:t>
            </a:r>
          </a:p>
          <a:p>
            <a:pPr/>
            <a:r>
              <a:t>AI Engine: Multi-model support (Groq Llama 3.3 &amp; Google Gemini).</a:t>
            </a:r>
          </a:p>
          <a:p>
            <a:pPr/>
            <a:r>
              <a:t>Real-time Data: Weather API integration for contextual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(MySQL/SQLite)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Users Table: Stores profiles, gender, and roles.</a:t>
            </a:r>
          </a:p>
          <a:p>
            <a:pPr/>
            <a:r>
              <a:t>Outfits Table: Metadata for gallery items (Category, Occasion, Color).</a:t>
            </a:r>
          </a:p>
          <a:p>
            <a:pPr/>
            <a:r>
              <a:t>Liked_Outfits: User-to-Outfit relationships for personalization.</a:t>
            </a:r>
          </a:p>
          <a:p>
            <a:pPr/>
            <a:r>
              <a:t>Recommendations Log: History of AI-generated style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Personalization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Step 1 (Gender): Tailors recommendations for Male/Female.</a:t>
            </a:r>
          </a:p>
          <a:p>
            <a:pPr/>
            <a:r>
              <a:t>Step 2 (Body Shape): Analyzes 5 types (Rectangle, Pear, Apple, Hourglass, Trapezoid).</a:t>
            </a:r>
          </a:p>
          <a:p>
            <a:pPr/>
            <a:r>
              <a:t>Step 3 (Occasion): Contextual logic for Party, Office, Wedding, etc.</a:t>
            </a:r>
          </a:p>
          <a:p>
            <a:pPr/>
            <a:r>
              <a:t>Step 4 (Environment): Dynamic fabric selection based on live Weather.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Analysis &amp;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Accessory Matching: CV-based analysis of uploaded outfit photos.</a:t>
            </a:r>
          </a:p>
          <a:p>
            <a:pPr/>
            <a:r>
              <a:t>Color Theory: Suggests 15-20 complementary colors based on skin tone.</a:t>
            </a:r>
          </a:p>
          <a:p>
            <a:pPr/>
            <a:r>
              <a:t>Fit Reasoning: Explains WHY a look works for a specific body 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Virtual Try-On: AR-based outfit overlay on user photos.</a:t>
            </a:r>
          </a:p>
          <a:p>
            <a:pPr/>
            <a:r>
              <a:t>E-commerce Integration: Direct links to purchase recommended items.</a:t>
            </a:r>
          </a:p>
          <a:p>
            <a:pPr/>
            <a:r>
              <a:t>Community Social: Sharing styled looks with other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