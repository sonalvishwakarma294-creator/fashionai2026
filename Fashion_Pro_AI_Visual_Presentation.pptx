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FASHION PRO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Advanced Technical Walkthrough with UI Previews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D700"/>
                </a:solidFill>
              </a:defRPr>
            </a:pPr>
            <a:r>
              <a:t>Smart Onboarding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C8C8C8"/>
                </a:solidFill>
              </a:defRPr>
            </a:pPr>
            <a:r>
              <a:t>Captures Gender, Style Vibe, and Skin Tone during initial interaction.</a:t>
            </a:r>
          </a:p>
          <a:p/>
          <a:p>
            <a:r>
              <a:t>[INSERT SCREENSHOT HERE]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D700"/>
                </a:solidFill>
              </a:defRPr>
            </a:pPr>
            <a:r>
              <a:t>Body Type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C8C8C8"/>
                </a:solidFill>
              </a:defRPr>
            </a:pPr>
            <a:r>
              <a:t>Custom UI for selecting between Rectangle, Pear, Apple, Hourglass, and Trapezoid shapes.</a:t>
            </a:r>
          </a:p>
          <a:p/>
          <a:p>
            <a:r>
              <a:t>[INSERT SCREENSHOT HERE]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D700"/>
                </a:solidFill>
              </a:defRPr>
            </a:pPr>
            <a:r>
              <a:t>AI Stylist Chatbot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C8C8C8"/>
                </a:solidFill>
              </a:defRPr>
            </a:pPr>
            <a:r>
              <a:t>Deep-dive into the structured response format with emoji-driven sections.</a:t>
            </a:r>
          </a:p>
          <a:p/>
          <a:p>
            <a:r>
              <a:t>[INSERT SCREENSHOT HERE]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D700"/>
                </a:solidFill>
              </a:defRPr>
            </a:pPr>
            <a:r>
              <a:t>Image-Based Accessory Match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C8C8C8"/>
                </a:solidFill>
              </a:defRPr>
            </a:pPr>
            <a:r>
              <a:t>Preview of how Computer Vision analyzes uploaded outfit photos.</a:t>
            </a:r>
          </a:p>
          <a:p/>
          <a:p>
            <a:r>
              <a:t>[INSERT SCREENSHOT HERE]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D700"/>
                </a:solidFill>
              </a:defRPr>
            </a:pPr>
            <a:r>
              <a:t>Contextual Weather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C8C8C8"/>
                </a:solidFill>
              </a:defRPr>
            </a:pPr>
            <a:r>
              <a:t>Live integration showing recommendations based on current temperature.</a:t>
            </a:r>
          </a:p>
          <a:p/>
          <a:p>
            <a:r>
              <a:t>[INSERT SCREENSHOT HERE]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