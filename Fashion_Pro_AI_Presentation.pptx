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 Pro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AI-Driven Personal Fashion Stylist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Difficulty in selecting outfits for specific occasions.</a:t>
            </a:r>
          </a:p>
          <a:p>
            <a:pPr/>
            <a:r>
              <a:t>Generic advice ignoring body type and skin tone.</a:t>
            </a:r>
          </a:p>
          <a:p>
            <a:pPr/>
            <a:r>
              <a:t>Inconsistency between weather and clothing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Smart AI Chatbot with context awareness.</a:t>
            </a:r>
          </a:p>
          <a:p>
            <a:pPr/>
            <a:r>
              <a:t>Personalized recommendations based on Body Shape.</a:t>
            </a:r>
          </a:p>
          <a:p>
            <a:pPr/>
            <a:r>
              <a:t>Comprehensive Color Guide for various Skin Tones.</a:t>
            </a:r>
          </a:p>
          <a:p>
            <a:pPr/>
            <a:r>
              <a:t>Real-time Weather integration for fabric suggestions.</a:t>
            </a:r>
          </a:p>
          <a:p>
            <a:pPr/>
            <a:r>
              <a:t>AI-powered Accessory Matching via Image Upload.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 React.js &amp; Tailwind CSS</a:t>
            </a:r>
          </a:p>
          <a:p>
            <a:pPr/>
            <a:r>
              <a:t>Backend: Python Flask</a:t>
            </a:r>
          </a:p>
          <a:p>
            <a:pPr/>
            <a:r>
              <a:t>AI: Groq (Llama 3.3), Google Gemini, OpenAI</a:t>
            </a:r>
          </a:p>
          <a:p>
            <a:pPr/>
            <a:r>
              <a:t>Database: SQLite with SQLAlchemy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is Unique?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Visual-first approach to fashion.</a:t>
            </a:r>
          </a:p>
          <a:p>
            <a:pPr/>
            <a:r>
              <a:t>Rule-based fallback for high reliability.</a:t>
            </a:r>
          </a:p>
          <a:p>
            <a:pPr/>
            <a:r>
              <a:t>Focus on Silhouettes and Fit advice, not just items.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